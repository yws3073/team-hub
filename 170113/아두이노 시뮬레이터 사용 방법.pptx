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993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07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005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802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43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36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68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168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32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26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6102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235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3914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319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967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80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5497E-CEB4-409C-A44B-A5D349770D85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51C5E83-3C51-41BC-88CD-5666DEAFB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20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ircuits.io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89213" y="1136561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sz="4800" dirty="0"/>
              <a:t/>
            </a:r>
            <a:br>
              <a:rPr lang="en-US" altLang="ko-KR" sz="4800" dirty="0"/>
            </a:b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ko-KR" altLang="en-US" sz="4800" dirty="0" err="1" smtClean="0"/>
              <a:t>아두이노</a:t>
            </a:r>
            <a:r>
              <a:rPr lang="ko-KR" altLang="en-US" sz="4800" dirty="0" smtClean="0"/>
              <a:t> 시뮬레이터 사용 방법</a:t>
            </a:r>
            <a:endParaRPr lang="ko-KR" altLang="en-US" sz="4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548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로그인 및 실습 환경 설정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사이트 입장 </a:t>
            </a:r>
            <a:r>
              <a:rPr lang="en-US" altLang="ko-KR" dirty="0" smtClean="0"/>
              <a:t> </a:t>
            </a:r>
            <a:r>
              <a:rPr lang="en-US" altLang="ko-KR" dirty="0" smtClean="0">
                <a:hlinkClick r:id="rId2"/>
              </a:rPr>
              <a:t>https</a:t>
            </a:r>
            <a:r>
              <a:rPr lang="en-US" altLang="ko-KR" dirty="0">
                <a:hlinkClick r:id="rId2"/>
              </a:rPr>
              <a:t>://circuits.io</a:t>
            </a:r>
            <a:r>
              <a:rPr lang="en-US" altLang="ko-KR" dirty="0" smtClean="0">
                <a:hlinkClick r:id="rId2"/>
              </a:rPr>
              <a:t>/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홈페이지에 입장 후 가입을 하고 로그인 한다</a:t>
            </a:r>
            <a:r>
              <a:rPr lang="en-US" altLang="ko-KR" dirty="0" smtClean="0"/>
              <a:t>.(</a:t>
            </a:r>
            <a:r>
              <a:rPr lang="ko-KR" altLang="en-US" dirty="0" err="1" smtClean="0"/>
              <a:t>페이스북</a:t>
            </a:r>
            <a:r>
              <a:rPr lang="ko-KR" altLang="en-US" dirty="0" smtClean="0"/>
              <a:t> 연동 가능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r>
              <a:rPr lang="ko-KR" altLang="en-US" dirty="0" smtClean="0"/>
              <a:t>오른쪽 상단에 </a:t>
            </a:r>
            <a:r>
              <a:rPr lang="en-US" altLang="ko-KR" dirty="0" smtClean="0"/>
              <a:t>New -&gt; New Electronic Lab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클릭해서 새로운 실습 환경을 만든다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235" y="3490175"/>
            <a:ext cx="3729100" cy="313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38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기본 회로 설정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pc="-150" dirty="0" smtClean="0"/>
              <a:t>오른쪽 상단에 </a:t>
            </a:r>
            <a:r>
              <a:rPr lang="en-US" altLang="ko-KR" spc="-150" dirty="0" smtClean="0"/>
              <a:t>Components</a:t>
            </a:r>
            <a:r>
              <a:rPr lang="ko-KR" altLang="en-US" spc="-150" dirty="0" smtClean="0"/>
              <a:t>를 클릭해서 기본 회로에 필요한 부품을 끌어다 놓는다</a:t>
            </a:r>
            <a:r>
              <a:rPr lang="en-US" altLang="ko-KR" spc="-150" dirty="0" smtClean="0"/>
              <a:t>.</a:t>
            </a:r>
          </a:p>
          <a:p>
            <a:r>
              <a:rPr lang="ko-KR" altLang="en-US" dirty="0" smtClean="0"/>
              <a:t>필요 부품</a:t>
            </a:r>
            <a:r>
              <a:rPr lang="en-US" altLang="ko-KR" dirty="0" smtClean="0"/>
              <a:t>(Breadboard, </a:t>
            </a:r>
            <a:r>
              <a:rPr lang="en-US" altLang="ko-KR" dirty="0" err="1" smtClean="0"/>
              <a:t>Arduin</a:t>
            </a:r>
            <a:r>
              <a:rPr lang="en-US" altLang="ko-KR" dirty="0" smtClean="0"/>
              <a:t> Uno, Power Supply)</a:t>
            </a:r>
          </a:p>
          <a:p>
            <a:r>
              <a:rPr lang="ko-KR" altLang="en-US" dirty="0" smtClean="0"/>
              <a:t>회로를 연결한다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Power Supply </a:t>
            </a:r>
            <a:r>
              <a:rPr lang="ko-KR" altLang="en-US" dirty="0" smtClean="0"/>
              <a:t>클릭 후 </a:t>
            </a:r>
            <a:r>
              <a:rPr lang="en-US" altLang="ko-KR" dirty="0" smtClean="0"/>
              <a:t>Voltage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5V</a:t>
            </a:r>
            <a:r>
              <a:rPr lang="ko-KR" altLang="en-US" dirty="0" smtClean="0"/>
              <a:t>로 설정한다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2840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기본 회로 설정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3032" y="2120721"/>
            <a:ext cx="6856878" cy="435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9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회로 구성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599319"/>
            <a:ext cx="55054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8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Code Editor </a:t>
            </a:r>
            <a:r>
              <a:rPr lang="ko-KR" altLang="en-US" dirty="0" smtClean="0"/>
              <a:t>클릭하고 첨부된 코드를 입력한다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Start Simulation</a:t>
            </a:r>
            <a:r>
              <a:rPr lang="ko-KR" altLang="en-US" dirty="0" smtClean="0"/>
              <a:t>을 클릭해서 결과를 확인한다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결과 </a:t>
            </a:r>
            <a:r>
              <a:rPr lang="en-US" altLang="ko-KR" dirty="0" smtClean="0"/>
              <a:t>: 1</a:t>
            </a:r>
            <a:r>
              <a:rPr lang="ko-KR" altLang="en-US" dirty="0" smtClean="0"/>
              <a:t>초 간격으로 </a:t>
            </a:r>
            <a:r>
              <a:rPr lang="en-US" altLang="ko-KR" dirty="0" smtClean="0"/>
              <a:t>LED</a:t>
            </a:r>
            <a:r>
              <a:rPr lang="ko-KR" altLang="en-US" dirty="0" smtClean="0"/>
              <a:t>가 </a:t>
            </a:r>
            <a:r>
              <a:rPr lang="ko-KR" altLang="en-US" dirty="0" err="1" smtClean="0"/>
              <a:t>깜빡거린다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1284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회로 구성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575774"/>
            <a:ext cx="6527576" cy="416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19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383110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7Segment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가지가 있는데 </a:t>
            </a:r>
            <a:r>
              <a:rPr lang="ko-KR" altLang="en-US" dirty="0" smtClean="0"/>
              <a:t>오른쪽 </a:t>
            </a:r>
            <a:r>
              <a:rPr lang="ko-KR" altLang="en-US" dirty="0" smtClean="0"/>
              <a:t>세그먼트를 사용한다</a:t>
            </a:r>
            <a:r>
              <a:rPr lang="en-US" altLang="ko-KR" dirty="0" smtClean="0"/>
              <a:t>.(</a:t>
            </a:r>
            <a:r>
              <a:rPr lang="ko-KR" altLang="en-US" dirty="0" smtClean="0"/>
              <a:t>세그먼트가 </a:t>
            </a:r>
            <a:r>
              <a:rPr lang="en-US" altLang="ko-KR" dirty="0" smtClean="0"/>
              <a:t>Anode</a:t>
            </a:r>
            <a:r>
              <a:rPr lang="ko-KR" altLang="en-US" dirty="0" smtClean="0"/>
              <a:t>형</a:t>
            </a:r>
            <a:r>
              <a:rPr lang="en-US" altLang="ko-KR" dirty="0" smtClean="0"/>
              <a:t>, Cathode</a:t>
            </a:r>
            <a:r>
              <a:rPr lang="ko-KR" altLang="en-US" dirty="0" smtClean="0"/>
              <a:t>형 마다 코드가 다르기 때문에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세그먼트의 핀을 </a:t>
            </a:r>
            <a:r>
              <a:rPr lang="ko-KR" altLang="en-US" dirty="0" err="1" smtClean="0"/>
              <a:t>아두이노</a:t>
            </a:r>
            <a:r>
              <a:rPr lang="ko-KR" altLang="en-US" dirty="0" smtClean="0"/>
              <a:t> 포트에 연결할 때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abcdefg</a:t>
            </a:r>
            <a:r>
              <a:rPr lang="en-US" altLang="ko-KR" dirty="0" smtClean="0"/>
              <a:t> </a:t>
            </a:r>
            <a:r>
              <a:rPr lang="ko-KR" altLang="en-US" dirty="0" smtClean="0"/>
              <a:t>순서대로 </a:t>
            </a:r>
            <a:r>
              <a:rPr lang="en-US" altLang="ko-KR" dirty="0" smtClean="0"/>
              <a:t>2345678</a:t>
            </a:r>
            <a:r>
              <a:rPr lang="ko-KR" altLang="en-US" dirty="0"/>
              <a:t> </a:t>
            </a:r>
            <a:r>
              <a:rPr lang="ko-KR" altLang="en-US" dirty="0" smtClean="0"/>
              <a:t>포트에 연결한다</a:t>
            </a:r>
            <a:r>
              <a:rPr lang="en-US" altLang="ko-KR" dirty="0" smtClean="0"/>
              <a:t>.(</a:t>
            </a:r>
            <a:r>
              <a:rPr lang="ko-KR" altLang="en-US" dirty="0" smtClean="0"/>
              <a:t>세그먼트의 </a:t>
            </a:r>
            <a:r>
              <a:rPr lang="en-US" altLang="ko-KR" dirty="0" smtClean="0"/>
              <a:t>DP</a:t>
            </a:r>
            <a:r>
              <a:rPr lang="ko-KR" altLang="en-US" dirty="0" smtClean="0"/>
              <a:t>는 연결 안 해도 상관없다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세그먼트의 </a:t>
            </a:r>
            <a:r>
              <a:rPr lang="en-US" altLang="ko-KR" dirty="0" smtClean="0"/>
              <a:t>com2</a:t>
            </a:r>
            <a:r>
              <a:rPr lang="ko-KR" altLang="en-US" dirty="0" smtClean="0"/>
              <a:t>를 연결할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저항을 사용해야 부품이 터지지 않는다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(</a:t>
            </a:r>
            <a:r>
              <a:rPr lang="ko-KR" altLang="en-US" dirty="0" smtClean="0"/>
              <a:t>저항을 사용하지 않으면 세그먼트 부품에서 폭발 이미지가 나온다</a:t>
            </a:r>
            <a:r>
              <a:rPr lang="en-US" altLang="ko-KR" dirty="0" smtClean="0"/>
              <a:t>.)</a:t>
            </a:r>
            <a:endParaRPr lang="en-US" altLang="ko-KR" dirty="0"/>
          </a:p>
          <a:p>
            <a:r>
              <a:rPr lang="en-US" altLang="ko-KR" dirty="0" smtClean="0"/>
              <a:t>Code Editor </a:t>
            </a:r>
            <a:r>
              <a:rPr lang="ko-KR" altLang="en-US" dirty="0" smtClean="0"/>
              <a:t>클릭하고 첨부된 코드를 입력한다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Start Simulation</a:t>
            </a:r>
            <a:r>
              <a:rPr lang="ko-KR" altLang="en-US" dirty="0" smtClean="0"/>
              <a:t>을 클릭해서 결과를 확인한다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결과 </a:t>
            </a:r>
            <a:r>
              <a:rPr lang="en-US" altLang="ko-KR" dirty="0" smtClean="0"/>
              <a:t>: 1</a:t>
            </a:r>
            <a:r>
              <a:rPr lang="ko-KR" altLang="en-US" dirty="0" smtClean="0"/>
              <a:t>초 간격으로 </a:t>
            </a:r>
            <a:r>
              <a:rPr lang="en-US" altLang="ko-KR" dirty="0" smtClean="0"/>
              <a:t>1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9</a:t>
            </a:r>
            <a:r>
              <a:rPr lang="ko-KR" altLang="en-US" dirty="0" smtClean="0"/>
              <a:t>까지 순서대로 표시된다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65" y="2730320"/>
            <a:ext cx="3033309" cy="111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131746"/>
      </p:ext>
    </p:extLst>
  </p:cSld>
  <p:clrMapOvr>
    <a:masterClrMapping/>
  </p:clrMapOvr>
</p:sld>
</file>

<file path=ppt/theme/theme1.xml><?xml version="1.0" encoding="utf-8"?>
<a:theme xmlns:a="http://schemas.openxmlformats.org/drawingml/2006/main" name="줄기">
  <a:themeElements>
    <a:clrScheme name="줄기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줄기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줄기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59</TotalTime>
  <Words>205</Words>
  <Application>Microsoft Office PowerPoint</Application>
  <PresentationFormat>와이드스크린</PresentationFormat>
  <Paragraphs>34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HY중고딕</vt:lpstr>
      <vt:lpstr>Arial</vt:lpstr>
      <vt:lpstr>Century Gothic</vt:lpstr>
      <vt:lpstr>Wingdings 3</vt:lpstr>
      <vt:lpstr>줄기</vt:lpstr>
      <vt:lpstr>                       아두이노 시뮬레이터 사용 방법</vt:lpstr>
      <vt:lpstr>로그인 및 실습 환경 설정 </vt:lpstr>
      <vt:lpstr>기본 회로 설정</vt:lpstr>
      <vt:lpstr>기본 회로 설정</vt:lpstr>
      <vt:lpstr>예제1</vt:lpstr>
      <vt:lpstr>예제1</vt:lpstr>
      <vt:lpstr>예제2</vt:lpstr>
      <vt:lpstr>예제2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아두이노 시뮬레이터 사용 방법</dc:title>
  <dc:creator>user</dc:creator>
  <cp:lastModifiedBy>user</cp:lastModifiedBy>
  <cp:revision>6</cp:revision>
  <dcterms:created xsi:type="dcterms:W3CDTF">2016-10-12T04:29:54Z</dcterms:created>
  <dcterms:modified xsi:type="dcterms:W3CDTF">2016-10-12T05:38:20Z</dcterms:modified>
</cp:coreProperties>
</file>